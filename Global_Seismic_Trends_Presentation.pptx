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Global Seismic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BFDBFE"/>
                </a:solidFill>
              </a:defRPr>
            </a:pPr>
            <a:r>
              <a:t>Data-Driven Earthquake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1605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FFFFFF"/>
                </a:solidFill>
              </a:defRPr>
            </a:pPr>
            <a:r>
              <a:t>Python • Regex • MySQL • SQL •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Analyze and interpret global earthquake data to identify seismic patterns, trends, and risk zones.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Build a data-driven system using API-based retrieval, preprocessing, and SQL analytics.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Present meaningful earthquake insights through an interactive Streamlit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3. Business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Support governments in assessing earthquake risks and planning disaster-management strategies.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Help insurers evaluate potential seismic exposure.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Support researchers studying global seismic activity.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Facilitate data-driven policies for urban safety and infrastructure resilience.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Create a clean and structured earthquake dataset.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Apply Python and Regex for preprocessing and extraction.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Store cleaned data in MySQL for efficient querying.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Perform analytical SQL queries covering magnitude, depth, time, quality and tsunami patterns.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Build an interactive Streamlit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5.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Supplied CSV contains 9,593 earthquake records.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The supplied file contains 23 original columns.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Key fields include time, latitude, longitude, depth, magnitude, magnitude type, place, status, tsunami, reporting network and measurement-quality fields.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The project specification describes a 26-feature target dataset; the supplied CSV does not contain every requested field.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Python — data loading, cleaning, transformation and exploratory analysis.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Pandas / NumPy — tabular processing and numerical analysis.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Regex — extraction and normalization of location text.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MySQL — relational storage and SQL analytics.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Streamlit + Plotly — interactive dashboard and visualizations.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7.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1. Retrieve or load earthquake data.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2. Clean dates, numeric values, text fields and duplicates.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3. Extract country from place using Regex.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4. Create year, month, day, hour and depth/magnitude categories.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5. Store structured data in MySQL.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6. Run analytical SQL queries.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7. Visualize findings in Streamlit.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8. Data Cleaning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Convert time and updated fields to datetime.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Convert magnitude, depth and quality metrics to numeric types.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Handle missing values without fabricating unavailable business fields.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Normalize text fields such as status, network and magnitude type.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Create derived analytical columns for time and seismic-depth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9. Regex Country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The place field is a human-readable location description.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Regex can extract the final location component after the last comma.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Example pattern used: r",\s*([^,]+)$".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The extracted country field enables country-level grouping and comparisons.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10. Derived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year — year of occurrence.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month / day / hour — time-based analysis dimensions.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day_of_week — weekday activity analysis.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depth_category — Shallow, Intermediate or Deep.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magnitude_category — Moderate, Strong or Destructive.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11. MySQL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Database: global_seismic_trends.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Main table: earthquakes.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Primary key: earthquake event id.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Stores source fields plus derived analytical fields.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Indexes can be added on time, magnitude, depth and country for faster analytical queries.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12. SQL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Top 10 strongest and deepest earthquakes.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Shallow high-magnitude events.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Year, month, weekday and hourly activity.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Reporting-network and event-status analysis.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Tsunami analysis, country rankings, shallow/deep ratios and deep-focus activity.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Advanced analysis includes year-over-year growth and proximity of consecutive events.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13. 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Interactive filters for year, magnitude, depth category and status.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KPI cards for total events, average magnitude, maximum magnitude, average depth and high-magnitude events.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Global geographic earthquake map.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Yearly and monthly trend charts.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Magnitude, depth, country, reporting-network and status visualizations.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14. Dashboard KPI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Total supplied records: 9,593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Average magnitude: 1.72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Maximum magnitude: 7.60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Average depth: 18.72 km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Events with magnitude ≥ 7.5: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15. Earthquake Trend by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Use the yearly SQL aggregation and Streamlit line chart to identify changes in event frequency.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Year-by-year counts should be interpreted as observed events in the supplied dataset, not as a direct measure of changing global seismic hazard.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2025: 9,593 events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16. Top 5 Strongest Earthquakes in Supplied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7.6 — 2025 Aomori Prefecture, Japan Earthquake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7.0 — 2025 Hubbard Glacier Earthquake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6.7 — 114 km ENE of Hachinohe, Japan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6.6 — 126 km S of Honchō, Japan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6.6 — 53 km NW of Sinabang, Indonesia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17. Top 5 Deepest Earthquakes in Supplied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645.5 km — M4.2 — Fiji region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637.1 km — M4.4 — Vanuatu region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633.8 km — M4.3 — 238 km E of Levuka, Fiji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631.0 km — M5.6 — Fiji region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630.0 km — M4.4 — Vanuatu region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363067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1</a:t>
            </a:r>
            <a:r>
              <a:rPr lang="en-IN" dirty="0"/>
              <a:t>8</a:t>
            </a:r>
            <a:r>
              <a:rPr dirty="0"/>
              <a:t>. Data Quality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RMS measures residual error of the seismic solution.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GAP measures station azimuthal coverage.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NST indicates the number of reporting stations.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Magnitude and depth error fields provide uncertainty information.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These metrics can be combined to flag events requiring closer quality review.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328089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en-IN" dirty="0"/>
              <a:t>19</a:t>
            </a:r>
            <a:r>
              <a:rPr dirty="0"/>
              <a:t>. Project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The supplied CSV has fewer original fields than the 26-feature target specification.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Casualties, economic loss, alert level and continent are not available in the supplied CSV.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Country extraction from free-text place descriptions is approximate and should be validated for production use.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Observed earthquake counts depend on the source dataset, magnitude threshold and time window.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476867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2</a:t>
            </a:r>
            <a:r>
              <a:rPr lang="en-IN" dirty="0"/>
              <a:t>0</a:t>
            </a:r>
            <a:r>
              <a:rPr dirty="0"/>
              <a:t>. Key Findings to Communicate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The dashboard provides a single view of magnitude, depth, time, geography, tsunami flags and data quality.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The strongest/deepest event tables help prioritize detailed event review.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Country and network aggregations reveal where and how events are being reported.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SQL analytics provide reproducible, auditable calculations behind the dashboard.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24940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2</a:t>
            </a:r>
            <a:r>
              <a:rPr lang="en-IN" dirty="0"/>
              <a:t>1</a:t>
            </a:r>
            <a:r>
              <a:rPr dirty="0"/>
              <a:t>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Connect directly to the USGS earthquake API for automated refreshes.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Add a validated country-to-continent mapping.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Integrate authoritative casualty and economic-loss datasets.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Add alert-level analysis where source data supports it.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Deploy the Streamlit dashboard and automate scheduled data updates.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238962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2</a:t>
            </a:r>
            <a:r>
              <a:rPr lang="en-IN" dirty="0"/>
              <a:t>2</a:t>
            </a:r>
            <a:r>
              <a:rPr dirty="0"/>
              <a:t>.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Cleaned earthquake dataset.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MySQL database and table.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30 analytical SQL queries.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Python preprocessing and analysis scripts.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Interactive </a:t>
            </a:r>
            <a:r>
              <a:rPr dirty="0" err="1"/>
              <a:t>Streamlit</a:t>
            </a:r>
            <a:r>
              <a:rPr dirty="0"/>
              <a:t> dashboard.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rPr dirty="0"/>
              <a:t>Project documentation and presentation.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8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219643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2</a:t>
            </a:r>
            <a:r>
              <a:rPr lang="en-IN" dirty="0"/>
              <a:t>3</a:t>
            </a:r>
            <a:r>
              <a:rPr dirty="0"/>
              <a:t>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The project demonstrates an end-to-end data analytics workflow for earthquake intelligence.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Python prepares and enriches the data; MySQL makes analysis reproducible; SQL generates insights; Streamlit communicates them interactively.</a:t>
            </a:r>
          </a:p>
          <a:p>
            <a:pPr>
              <a:spcAft>
                <a:spcPts val="1300"/>
              </a:spcAft>
              <a:defRPr sz="1900">
                <a:solidFill>
                  <a:srgbClr val="182739"/>
                </a:solidFill>
              </a:defRPr>
            </a:pPr>
            <a:r>
              <a:t>The approach can support exploratory research and data-driven disaster-management analysis when combined with authoritative risk and impact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1148</Words>
  <Application>Microsoft Office PowerPoint</Application>
  <PresentationFormat>Widescreen</PresentationFormat>
  <Paragraphs>128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 MANINDRA KUMAR</cp:lastModifiedBy>
  <cp:revision>8</cp:revision>
  <dcterms:created xsi:type="dcterms:W3CDTF">2013-01-27T09:14:16Z</dcterms:created>
  <dcterms:modified xsi:type="dcterms:W3CDTF">2026-09-12T12:26:29Z</dcterms:modified>
  <cp:category/>
</cp:coreProperties>
</file>